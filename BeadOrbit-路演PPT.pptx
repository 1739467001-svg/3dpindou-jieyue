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c/Documents/CJY项目/ZCode总部/3d拼豆/gui-test-screenshots/c5_orb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325880"/>
            <a:ext cx="512064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7960" y="5257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7A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360° 全景 → AI → 立体拼豆 · 全流程 7 秒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02920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6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AI+影像产品开发赛道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02920" y="1234440"/>
            <a:ext cx="5852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把世界，拼成</a:t>
            </a:r>
            <a:endParaRPr lang="en-US" sz="4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一颗颗豆子。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502920" y="342900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8F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BeadOrbit · 360°立体拼豆工坊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393192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FC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用影石全景相机拍下任何事物，AI 在浏览器里把它变成可以 360° 旋转、逐颗拼装的立体拼豆作品——并直接给出分层施工图纸与材料清单。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5440680"/>
            <a:ext cx="384048" cy="384048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3496" y="557125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0" name="Shape 7"/>
          <p:cNvSpPr/>
          <p:nvPr/>
        </p:nvSpPr>
        <p:spPr>
          <a:xfrm>
            <a:off x="1069848" y="5440680"/>
            <a:ext cx="384048" cy="38404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00424" y="557125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2" name="Shape 9"/>
          <p:cNvSpPr/>
          <p:nvPr/>
        </p:nvSpPr>
        <p:spPr>
          <a:xfrm>
            <a:off x="1636776" y="5440680"/>
            <a:ext cx="384048" cy="384048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67352" y="557125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4" name="Shape 11"/>
          <p:cNvSpPr/>
          <p:nvPr/>
        </p:nvSpPr>
        <p:spPr>
          <a:xfrm>
            <a:off x="2203704" y="5440680"/>
            <a:ext cx="384048" cy="384048"/>
          </a:xfrm>
          <a:prstGeom prst="ellipse">
            <a:avLst/>
          </a:prstGeom>
          <a:solidFill>
            <a:srgbClr val="3F7FBF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34280" y="557125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6" name="Shape 13"/>
          <p:cNvSpPr/>
          <p:nvPr/>
        </p:nvSpPr>
        <p:spPr>
          <a:xfrm>
            <a:off x="2770632" y="5440680"/>
            <a:ext cx="384048" cy="384048"/>
          </a:xfrm>
          <a:prstGeom prst="ellipse">
            <a:avLst/>
          </a:prstGeom>
          <a:solidFill>
            <a:srgbClr val="8E5AC8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901208" y="557125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8" name="Text 15"/>
          <p:cNvSpPr/>
          <p:nvPr/>
        </p:nvSpPr>
        <p:spPr>
          <a:xfrm>
            <a:off x="3520440" y="5486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81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拼豆 · 全景 · AI · 三维重建 · 手作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00 · 调研发现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拼豆很火，但图纸停在平面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D4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70亿+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小红书拼豆话题浏览量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206240" y="1600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E8F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+9018%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20624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抖音拼豆订单同比增长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09560" y="1600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E6A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个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7909560" y="2697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3D 图纸的现有工具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3483864"/>
            <a:ext cx="274320" cy="274320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189" y="3577133"/>
            <a:ext cx="87782" cy="87782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工具断层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410712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国内外十余个拼豆图纸生成器（pindouai、bitbead、perler-beads.org…）全部只输出 2D 平面网格图。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325112"/>
            <a:ext cx="274320" cy="274320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6189" y="4418381"/>
            <a:ext cx="87782" cy="87782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270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立体靠手搓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425196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想拼立体作品只能 MagicaVoxel 手工建模、拆层、手动画每层图纸——一个 6 面板小房子画图 4–6 小时。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2920" y="5166360"/>
            <a:ext cx="274320" cy="27432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6189" y="5259629"/>
            <a:ext cx="87782" cy="87782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11149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痛点明确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017520" y="509320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拼之前用户最需要三样：带色号的施工图、材料清单 BOM、色号对得上自己手里的豆子。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市场空白：把 360° 全景自动转成「可拼的立体图纸」——没有任何工具在做。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影石 Insta360 Bold Maker 智能影像挑战赛 · AI+影像产品开发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9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01 · 产品方案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一张全景图，七秒变成立体拼豆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2084832" cy="2286000"/>
          </a:xfrm>
          <a:prstGeom prst="rect">
            <a:avLst/>
          </a:prstGeom>
          <a:solidFill>
            <a:srgbClr val="EFE6D3"/>
          </a:solidFill>
          <a:ln w="15875">
            <a:solidFill>
              <a:srgbClr val="211B14"/>
            </a:solidFill>
            <a:prstDash val="solid"/>
          </a:ln>
          <a:effectLst>
            <a:outerShdw sx="100000" sy="100000" kx="0" ky="0" algn="bl" rotWithShape="0" blurRad="63500" dist="38100" dir="2700000">
              <a:srgbClr val="211B1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874520"/>
            <a:ext cx="475488" cy="475488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5754" y="2036186"/>
            <a:ext cx="152156" cy="152156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9019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04088" y="251460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全景素材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04088" y="294436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影石 X5 拍摄 / 360 视频 / 文字造景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9464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761488" y="1691640"/>
            <a:ext cx="2084832" cy="2286000"/>
          </a:xfrm>
          <a:prstGeom prst="rect">
            <a:avLst/>
          </a:prstGeom>
          <a:solidFill>
            <a:srgbClr val="EFE6D3"/>
          </a:solidFill>
          <a:ln w="15875">
            <a:solidFill>
              <a:srgbClr val="211B14"/>
            </a:solidFill>
            <a:prstDash val="solid"/>
          </a:ln>
          <a:effectLst>
            <a:outerShdw sx="100000" sy="100000" kx="0" ky="0" algn="bl" rotWithShape="0" blurRad="63500" dist="38100" dir="2700000">
              <a:srgbClr val="211B14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62656" y="1874520"/>
            <a:ext cx="475488" cy="47548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24322" y="2036186"/>
            <a:ext cx="152156" cy="152156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19019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62656" y="251460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深度估计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962656" y="294436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 Anything V2 跑在浏览器里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28032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0056" y="1691640"/>
            <a:ext cx="2084832" cy="2286000"/>
          </a:xfrm>
          <a:prstGeom prst="rect">
            <a:avLst/>
          </a:prstGeom>
          <a:solidFill>
            <a:srgbClr val="EFE6D3"/>
          </a:solidFill>
          <a:ln w="15875">
            <a:solidFill>
              <a:srgbClr val="211B14"/>
            </a:solidFill>
            <a:prstDash val="solid"/>
          </a:ln>
          <a:effectLst>
            <a:outerShdw sx="100000" sy="100000" kx="0" ky="0" algn="bl" rotWithShape="0" blurRad="63500" dist="38100" dir="2700000">
              <a:srgbClr val="211B14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21224" y="1874520"/>
            <a:ext cx="475488" cy="475488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82890" y="2036186"/>
            <a:ext cx="152156" cy="152156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21" name="Text 19"/>
          <p:cNvSpPr/>
          <p:nvPr/>
        </p:nvSpPr>
        <p:spPr>
          <a:xfrm>
            <a:off x="5797296" y="19019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21224" y="251460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球面反投影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221224" y="294436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ERP→方向×深度→点云（DAP 同款）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86600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278624" y="1691640"/>
            <a:ext cx="2084832" cy="2286000"/>
          </a:xfrm>
          <a:prstGeom prst="rect">
            <a:avLst/>
          </a:prstGeom>
          <a:solidFill>
            <a:srgbClr val="EFE6D3"/>
          </a:solidFill>
          <a:ln w="15875">
            <a:solidFill>
              <a:srgbClr val="211B14"/>
            </a:solidFill>
            <a:prstDash val="solid"/>
          </a:ln>
          <a:effectLst>
            <a:outerShdw sx="100000" sy="100000" kx="0" ky="0" algn="bl" rotWithShape="0" blurRad="63500" dist="38100" dir="2700000">
              <a:srgbClr val="211B14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79792" y="1874520"/>
            <a:ext cx="475488" cy="475488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41458" y="2036186"/>
            <a:ext cx="152156" cy="152156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28" name="Text 26"/>
          <p:cNvSpPr/>
          <p:nvPr/>
        </p:nvSpPr>
        <p:spPr>
          <a:xfrm>
            <a:off x="8055864" y="19019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479792" y="251460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体素化降噪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7479792" y="294436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48³ 网格 · 孤立体素剔除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34516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37192" y="1691640"/>
            <a:ext cx="2084832" cy="2286000"/>
          </a:xfrm>
          <a:prstGeom prst="rect">
            <a:avLst/>
          </a:prstGeom>
          <a:solidFill>
            <a:srgbClr val="EFE6D3"/>
          </a:solidFill>
          <a:ln w="15875">
            <a:solidFill>
              <a:srgbClr val="211B14"/>
            </a:solidFill>
            <a:prstDash val="solid"/>
          </a:ln>
          <a:effectLst>
            <a:outerShdw sx="100000" sy="100000" kx="0" ky="0" algn="bl" rotWithShape="0" blurRad="63500" dist="38100" dir="2700000">
              <a:srgbClr val="211B14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38360" y="1874520"/>
            <a:ext cx="475488" cy="475488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900026" y="2036186"/>
            <a:ext cx="152156" cy="152156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35" name="Text 33"/>
          <p:cNvSpPr/>
          <p:nvPr/>
        </p:nvSpPr>
        <p:spPr>
          <a:xfrm>
            <a:off x="10314432" y="190195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738360" y="2514600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拼豆量化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9738360" y="2944368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CIEDE2000 匹配品牌色板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4343400"/>
            <a:ext cx="11183112" cy="1417320"/>
          </a:xfrm>
          <a:prstGeom prst="rect">
            <a:avLst/>
          </a:prstGeom>
          <a:solidFill>
            <a:srgbClr val="211B14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526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直接产出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4892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360° 可交互 3D 模型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822960" y="5285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逐层 / 逐颗拼装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566160" y="4892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分层施工图纸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3566160" y="5285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每层网格图 + 色号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09360" y="4892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材料清单 BOM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6309360" y="5285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每种色号多少颗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52560" y="4892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分享卡片</a:t>
            </a:r>
            <a:endParaRPr lang="en-US" sz="1550" dirty="0"/>
          </a:p>
        </p:txBody>
      </p:sp>
      <p:sp>
        <p:nvSpPr>
          <p:cNvPr id="47" name="Text 45"/>
          <p:cNvSpPr/>
          <p:nvPr/>
        </p:nvSpPr>
        <p:spPr>
          <a:xfrm>
            <a:off x="9052560" y="528523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A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 + 统计 + 色板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影石 Insta360 Bold Maker 智能影像挑战赛 · AI+影像产品开发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9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02 · 现场演示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三分钟动线：拍 → 拼 → 带走</a:t>
            </a:r>
            <a:endParaRPr lang="en-US" sz="3000" dirty="0"/>
          </a:p>
        </p:txBody>
      </p:sp>
      <p:pic>
        <p:nvPicPr>
          <p:cNvPr id="4" name="Image 0" descr="/Users/mac/Documents/CJY项目/ZCode总部/3d拼豆/gui-test-screenshots/c3_buil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54480"/>
            <a:ext cx="6309360" cy="3977640"/>
          </a:xfrm>
          <a:prstGeom prst="rect">
            <a:avLst/>
          </a:prstGeom>
          <a:effectLst>
            <a:outerShdw sx="100000" sy="100000" kx="0" ky="0" algn="bl" rotWithShape="0" blurRad="76200" dist="38100" dir="2700000">
              <a:srgbClr val="211B14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02920" y="55961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工坊实拍：逐层建造中的蘑菇小屋（深色操作台 + 进度 HUD）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086600" y="1645920"/>
            <a:ext cx="512064" cy="512064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260702" y="1820022"/>
            <a:ext cx="163860" cy="163860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8" name="Text 5"/>
          <p:cNvSpPr/>
          <p:nvPr/>
        </p:nvSpPr>
        <p:spPr>
          <a:xfrm>
            <a:off x="7086600" y="1709928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0" y="1554480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拍摄指南把影石 3DGS 规范变成可执行清单：X5 / 8K30fps / 1–2m / &lt;1m/s / 70–80% 重叠 / 数据闭环，附路径模拟器与 12 项自检打分。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86600" y="3035808"/>
            <a:ext cx="512064" cy="512064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260702" y="3209910"/>
            <a:ext cx="163860" cy="163860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2" name="Text 9"/>
          <p:cNvSpPr/>
          <p:nvPr/>
        </p:nvSpPr>
        <p:spPr>
          <a:xfrm>
            <a:off x="7086600" y="3099816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772400" y="2944368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点「蘑菇小屋」→ AI 深度 → 点云 → 体素 → 色板匹配。观察 / 逐层 / 逐颗三种模式，落豆有音效与弹性动画。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086600" y="4425696"/>
            <a:ext cx="512064" cy="512064"/>
          </a:xfrm>
          <a:prstGeom prst="ellipse">
            <a:avLst/>
          </a:prstGeom>
          <a:solidFill>
            <a:srgbClr val="E6A23C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60702" y="4599798"/>
            <a:ext cx="163860" cy="163860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6" name="Text 13"/>
          <p:cNvSpPr/>
          <p:nvPr/>
        </p:nvSpPr>
        <p:spPr>
          <a:xfrm>
            <a:off x="7086600" y="4489704"/>
            <a:ext cx="51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772400" y="4334256"/>
            <a:ext cx="3886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分层图纸 PNG（格内印色号，打印即拼）、材料清单 CSV（照单买豆）、作品 JSON、分享卡片。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086600" y="5623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蘑菇小屋 3,470 豆 / 44 层 / 8 色，总耗时 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7.0s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（含 AI 推理）· 机器人 4,230 豆 · 多帧融合 2,763 豆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影石 Insta360 Bold Maker 智能影像挑战赛 · AI+影像产品开发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/ 9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03 · AI 应用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五个环节，都有 AI 在干活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对应赛题「用 AI 重新定义怎么拍和怎么看」——我们把「怎么拼」也重新定义了。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85416"/>
            <a:ext cx="11183112" cy="10973"/>
          </a:xfrm>
          <a:prstGeom prst="rect">
            <a:avLst/>
          </a:prstGeom>
          <a:solidFill>
            <a:srgbClr val="D8CDB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998" y="1998878"/>
            <a:ext cx="117043" cy="117043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9019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77440" y="18562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全景深度估计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349240" y="1801368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Depth Anything V2（ONNX Runtime Web，WebGPU/WASM 自动降级），单张平面全景图 → 带深度的球面场景，流程与影石 DAP 同构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044952"/>
            <a:ext cx="11183112" cy="10973"/>
          </a:xfrm>
          <a:prstGeom prst="rect">
            <a:avLst/>
          </a:prstGeom>
          <a:solidFill>
            <a:srgbClr val="D8CDB8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734056"/>
            <a:ext cx="365760" cy="365760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998" y="2858414"/>
            <a:ext cx="117043" cy="117043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848" y="27614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7157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感知色差配色引擎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5349240" y="266090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每个体素在 CIELAB 空间用 CIEDE2000 匹配拼豆色板，支持导入 MARD / COCO 官方色板，解决「色号对不上手里豆子」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904488"/>
            <a:ext cx="11183112" cy="10973"/>
          </a:xfrm>
          <a:prstGeom prst="rect">
            <a:avLst/>
          </a:prstGeom>
          <a:solidFill>
            <a:srgbClr val="D8CDB8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593592"/>
            <a:ext cx="365760" cy="365760"/>
          </a:xfrm>
          <a:prstGeom prst="ellipse">
            <a:avLst/>
          </a:prstGeom>
          <a:solidFill>
            <a:srgbClr val="E6A23C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" y="3717950"/>
            <a:ext cx="117043" cy="117043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" y="362102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77440" y="35753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摄影教练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349240" y="35204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影石 3DGS 拍摄指南结构化：参数卡 + 路径模拟器 + 自检打分；下一步接 Camera SDK 预览流与 IMU 实时提示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764024"/>
            <a:ext cx="11183112" cy="10973"/>
          </a:xfrm>
          <a:prstGeom prst="rect">
            <a:avLst/>
          </a:prstGeom>
          <a:solidFill>
            <a:srgbClr val="D8CDB8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453128"/>
            <a:ext cx="365760" cy="365760"/>
          </a:xfrm>
          <a:prstGeom prst="ellipse">
            <a:avLst/>
          </a:prstGeom>
          <a:solidFill>
            <a:srgbClr val="3F7FBF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998" y="4577486"/>
            <a:ext cx="117043" cy="117043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26" name="Text 24"/>
          <p:cNvSpPr/>
          <p:nvPr/>
        </p:nvSpPr>
        <p:spPr>
          <a:xfrm>
            <a:off x="1069848" y="448056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7F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怎么想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77440" y="443484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拼豆 AI 助手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349240" y="43799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常驻聊天入口：技巧 / 参数 / 图纸 / 熨烫；离线知识库默认可用，填入百练 Key 即切换千问大模型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5623560"/>
            <a:ext cx="11183112" cy="10973"/>
          </a:xfrm>
          <a:prstGeom prst="rect">
            <a:avLst/>
          </a:prstGeom>
          <a:solidFill>
            <a:srgbClr val="D8CDB8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312664"/>
            <a:ext cx="365760" cy="365760"/>
          </a:xfrm>
          <a:prstGeom prst="ellipse">
            <a:avLst/>
          </a:prstGeom>
          <a:solidFill>
            <a:srgbClr val="8E5AC8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998" y="5437022"/>
            <a:ext cx="117043" cy="117043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32" name="Text 30"/>
          <p:cNvSpPr/>
          <p:nvPr/>
        </p:nvSpPr>
        <p:spPr>
          <a:xfrm>
            <a:off x="1069848" y="53400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5A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怎么来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377440" y="52943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文字造景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5349240" y="523951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一句描述生成 360° 全景进入流程——DiT360「文字→全景」理念的离线程序化实现，没相机也能玩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影石 Insta360 Bold Maker 智能影像挑战赛 · AI+影像产品开发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9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04 · 技术实现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一条链路，全部跑在浏览器里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709928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211B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8308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素材输入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6072" y="2176272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全景图 / 360视频 / 造景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176272" y="205740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59152" y="1645920"/>
            <a:ext cx="1709928" cy="1170432"/>
          </a:xfrm>
          <a:prstGeom prst="rect">
            <a:avLst/>
          </a:prstGeom>
          <a:solidFill>
            <a:srgbClr val="211B14"/>
          </a:solidFill>
          <a:ln w="15875">
            <a:solidFill>
              <a:srgbClr val="211B1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78308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深度估计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432304" y="2176272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A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DA-V2 int8 · ORT Web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32504" y="205740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15384" y="1645920"/>
            <a:ext cx="1709928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211B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178308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球面反投影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88536" y="2176272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ERP→点云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88736" y="205740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71616" y="1645920"/>
            <a:ext cx="1709928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211B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78308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体素化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44768" y="2176272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48³ · 孤立降噪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44968" y="205740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27848" y="1645920"/>
            <a:ext cx="1709928" cy="1170432"/>
          </a:xfrm>
          <a:prstGeom prst="rect">
            <a:avLst/>
          </a:prstGeom>
          <a:solidFill>
            <a:srgbClr val="211B14"/>
          </a:solidFill>
          <a:ln w="15875">
            <a:solidFill>
              <a:srgbClr val="211B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9288" y="178308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拼豆量化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01000" y="2176272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B7AC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CIEDE2000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01200" y="2057400"/>
            <a:ext cx="237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784080" y="1645920"/>
            <a:ext cx="1709928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211B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1783080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交互工坊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857232" y="2176272"/>
            <a:ext cx="1563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三模式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影石资源使用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21208" y="3685032"/>
            <a:ext cx="201168" cy="201168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9605" y="3753429"/>
            <a:ext cx="64374" cy="64374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X5 / X 系列素材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566160" y="3611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核心输入；.insv 导出指引内置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1208" y="4160520"/>
            <a:ext cx="201168" cy="201168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9605" y="4228917"/>
            <a:ext cx="64374" cy="64374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087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3DGS 拍摄指南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566160" y="40873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完整转化为拍摄指南与自检清单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21208" y="4636008"/>
            <a:ext cx="201168" cy="201168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9605" y="4704405"/>
            <a:ext cx="64374" cy="64374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45628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DAP 深度估计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566160" y="4562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流程同构（ERP→深度→点云）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21208" y="5111496"/>
            <a:ext cx="201168" cy="201168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9605" y="5179893"/>
            <a:ext cx="64374" cy="64374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" y="50383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DiT360 全景生成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566160" y="50383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理念落地为离线程序化造景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21208" y="5586984"/>
            <a:ext cx="201168" cy="201168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605" y="5655381"/>
            <a:ext cx="64374" cy="64374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55138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Camera/Media SDK、OSC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3566160" y="55138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路线图：实时拍摄教练、远程采集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6656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工程事实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6784848" y="3685032"/>
            <a:ext cx="201168" cy="201168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53245" y="3753429"/>
            <a:ext cx="64374" cy="64374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51" name="Text 49"/>
          <p:cNvSpPr/>
          <p:nvPr/>
        </p:nvSpPr>
        <p:spPr>
          <a:xfrm>
            <a:off x="713232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零后端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8869680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纯静态部署，照片不上传，隐私默认安全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784848" y="4160520"/>
            <a:ext cx="201168" cy="201168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853245" y="4228917"/>
            <a:ext cx="64374" cy="64374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55" name="Text 53"/>
          <p:cNvSpPr/>
          <p:nvPr/>
        </p:nvSpPr>
        <p:spPr>
          <a:xfrm>
            <a:off x="7132320" y="40873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自动降级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869680" y="40873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→ WASM 多线程 → 启发式兜底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784848" y="4636008"/>
            <a:ext cx="201168" cy="201168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53245" y="4704405"/>
            <a:ext cx="64374" cy="64374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59" name="Text 57"/>
          <p:cNvSpPr/>
          <p:nvPr/>
        </p:nvSpPr>
        <p:spPr>
          <a:xfrm>
            <a:off x="7132320" y="45628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断网可演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8869680" y="45628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模型与运行时内置 111MB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784848" y="5111496"/>
            <a:ext cx="201168" cy="201168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853245" y="5179893"/>
            <a:ext cx="64374" cy="64374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63" name="Text 61"/>
          <p:cNvSpPr/>
          <p:nvPr/>
        </p:nvSpPr>
        <p:spPr>
          <a:xfrm>
            <a:off x="7132320" y="5038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自研几何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8869680" y="503834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反投影 / 体素化 / 限色量化，48³ 约 2–40ms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影石 Insta360 Bold Maker 智能影像挑战赛 · AI+影像产品开发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/ 9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05 · 赛题对照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评审维度 → 我们的实现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311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348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F0E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评审维度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6F0E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对应实现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1B1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产品完成度 30%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素材上传→拼豆→导出全流程可用，4 类素材入口，含示例场景一键演示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用户与应用价值 30%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「立体拼豆不会画图纸」是调研确认的全市场空白；直给图纸 + BOM + 品牌色板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影像技术应用 30%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遵循影石 3DGS 拍摄规范；深度流程与 DAP 同构；规划接入 Camera SDK / OSC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技术实际作用 30%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浏览器端深度估计、CIEDE2000 配色、自动调参、离线知识库 + 千问助手、文字造景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技术难度与质量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零后端纯静态；WebGPU/WASM 自动降级；反投影/体素化/限色量化自研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路演表述 10%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630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分钟动线：拍（指南）→ 拼（工坊）→ 导出（图纸 BOM）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BE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8F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全部测试通过：关键路径 / 扩展 / 边界 / 融合 / 导出 五套自动化用例 + Node 端数学验证，控制台零错误。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影石 Insta360 Bold Maker 智能影像挑战赛 · AI+影像产品开发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9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06 · 市场与规划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从黑客松到拼豆人的日常</a:t>
            </a:r>
            <a:endParaRPr lang="en-US" sz="3000" dirty="0"/>
          </a:p>
        </p:txBody>
      </p:sp>
      <p:pic>
        <p:nvPicPr>
          <p:cNvPr id="4" name="Image 0" descr="/Users/mac/Documents/CJY项目/ZCode总部/3d拼豆/gui-test-screenshots/n1_share_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00200"/>
            <a:ext cx="5394960" cy="2834640"/>
          </a:xfrm>
          <a:prstGeom prst="rect">
            <a:avLst/>
          </a:prstGeom>
          <a:effectLst>
            <a:outerShdw sx="100000" sy="100000" kx="0" ky="0" algn="bl" rotWithShape="0" blurRad="76200" dist="38100" dir="2700000">
              <a:srgbClr val="211B14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02920" y="45262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作品分享卡片：晒图即传播——调研显示分享钩子比工具参数更重要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30936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355080" y="2103120"/>
            <a:ext cx="310896" cy="310896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60785" y="2208825"/>
            <a:ext cx="99487" cy="99487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9" name="Shape 6"/>
          <p:cNvSpPr/>
          <p:nvPr/>
        </p:nvSpPr>
        <p:spPr>
          <a:xfrm>
            <a:off x="6501384" y="2441448"/>
            <a:ext cx="18288" cy="502920"/>
          </a:xfrm>
          <a:prstGeom prst="rect">
            <a:avLst/>
          </a:prstGeom>
          <a:solidFill>
            <a:srgbClr val="C9BEA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0" y="20756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229600" y="20391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 全景 → 立体图纸 + BOM，浏览器本地完成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355080" y="2971800"/>
            <a:ext cx="310896" cy="310896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60785" y="3077505"/>
            <a:ext cx="99487" cy="99487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4" name="Shape 11"/>
          <p:cNvSpPr/>
          <p:nvPr/>
        </p:nvSpPr>
        <p:spPr>
          <a:xfrm>
            <a:off x="6501384" y="3310128"/>
            <a:ext cx="18288" cy="502920"/>
          </a:xfrm>
          <a:prstGeom prst="rect">
            <a:avLst/>
          </a:prstGeom>
          <a:solidFill>
            <a:srgbClr val="C9BEA6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0" y="29443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229600" y="29077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Camera SDK 实时拍摄教练；色板商店（官方 CSV）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5080" y="3840480"/>
            <a:ext cx="310896" cy="310896"/>
          </a:xfrm>
          <a:prstGeom prst="ellipse">
            <a:avLst/>
          </a:prstGeom>
          <a:solidFill>
            <a:srgbClr val="E6A23C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60785" y="3946185"/>
            <a:ext cx="99487" cy="99487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0" y="38130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1B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再下一步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29600" y="3776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多视角 DDGS 重建补全遮挡；作品社区与图纸市场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09360" y="4709160"/>
            <a:ext cx="5376672" cy="1325880"/>
          </a:xfrm>
          <a:prstGeom prst="rect">
            <a:avLst/>
          </a:prstGeom>
          <a:solidFill>
            <a:srgbClr val="EFE6D3"/>
          </a:solidFill>
          <a:ln w="15875">
            <a:solidFill>
              <a:srgbClr val="211B1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4846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D4B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537960" y="5166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3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被小红书种草、想拼立体却不会画图纸的 Z 世代解压人群，与亲子/礼物定制场景。价值主张：我的旅行全景，变成一个能拿在手里的立体拼豆作品。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影石 Insta360 Bold Maker 智能影像挑战赛 · AI+影像产品开发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077163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D72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9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9202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F0E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把世界，拼成一颗颗豆子。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29718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8F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BeadOrbit · 360°立体拼豆工坊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2920" y="3611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CFC4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怎么拍——AI 摄影教练 · 怎么看——360° 立体拼豆 · 怎么拼——图纸与材料清单一次给齐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110228" y="4434840"/>
            <a:ext cx="384048" cy="384048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40804" y="456541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7" name="Shape 5"/>
          <p:cNvSpPr/>
          <p:nvPr/>
        </p:nvSpPr>
        <p:spPr>
          <a:xfrm>
            <a:off x="4677156" y="4434840"/>
            <a:ext cx="384048" cy="38404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7732" y="456541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9" name="Shape 7"/>
          <p:cNvSpPr/>
          <p:nvPr/>
        </p:nvSpPr>
        <p:spPr>
          <a:xfrm>
            <a:off x="5244084" y="4434840"/>
            <a:ext cx="384048" cy="384048"/>
          </a:xfrm>
          <a:prstGeom prst="ellipse">
            <a:avLst/>
          </a:prstGeom>
          <a:solidFill>
            <a:srgbClr val="0E8F8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74660" y="456541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1" name="Shape 9"/>
          <p:cNvSpPr/>
          <p:nvPr/>
        </p:nvSpPr>
        <p:spPr>
          <a:xfrm>
            <a:off x="5811012" y="4434840"/>
            <a:ext cx="384048" cy="384048"/>
          </a:xfrm>
          <a:prstGeom prst="ellipse">
            <a:avLst/>
          </a:prstGeom>
          <a:solidFill>
            <a:srgbClr val="3F7FBF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1588" y="456541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3" name="Shape 11"/>
          <p:cNvSpPr/>
          <p:nvPr/>
        </p:nvSpPr>
        <p:spPr>
          <a:xfrm>
            <a:off x="6377940" y="4434840"/>
            <a:ext cx="384048" cy="384048"/>
          </a:xfrm>
          <a:prstGeom prst="ellipse">
            <a:avLst/>
          </a:prstGeom>
          <a:solidFill>
            <a:srgbClr val="8E5AC8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08516" y="456541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4868" y="4434840"/>
            <a:ext cx="384048" cy="384048"/>
          </a:xfrm>
          <a:prstGeom prst="ellipse">
            <a:avLst/>
          </a:prstGeom>
          <a:solidFill>
            <a:srgbClr val="DD4B26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75444" y="456541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7" name="Shape 15"/>
          <p:cNvSpPr/>
          <p:nvPr/>
        </p:nvSpPr>
        <p:spPr>
          <a:xfrm>
            <a:off x="7511796" y="4434840"/>
            <a:ext cx="384048" cy="384048"/>
          </a:xfrm>
          <a:prstGeom prst="ellipse">
            <a:avLst/>
          </a:prstGeom>
          <a:solidFill>
            <a:srgbClr val="E6A23C"/>
          </a:solidFill>
          <a:ln w="12700">
            <a:solidFill>
              <a:srgbClr val="211B1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42372" y="4565416"/>
            <a:ext cx="122895" cy="122895"/>
          </a:xfrm>
          <a:prstGeom prst="ellipse">
            <a:avLst/>
          </a:prstGeom>
          <a:solidFill>
            <a:srgbClr val="1A140E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A2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谢谢，欢迎提问 · Q&amp;A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59436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81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影石 Insta360 Bold Maker 智能影像挑战赛 · AI+影像产品开发赛道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BeadOrbit · 360°立体拼豆工坊</dc:title>
  <dc:subject>PptxGenJS Presentation</dc:subject>
  <dc:creator>BeadOrbit 团队</dc:creator>
  <cp:lastModifiedBy>BeadOrbit 团队</cp:lastModifiedBy>
  <cp:revision>1</cp:revision>
  <dcterms:created xsi:type="dcterms:W3CDTF">2026-09-23T01:23:09Z</dcterms:created>
  <dcterms:modified xsi:type="dcterms:W3CDTF">2026-09-23T01:23:09Z</dcterms:modified>
</cp:coreProperties>
</file>